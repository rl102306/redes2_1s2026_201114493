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Infraestructura Nacional de Telecomunicaciones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Proyecto Redes de Computadoras 2</a:t>
            </a:r>
          </a:p>
          <a:p>
            <a:r>
              <a:t>Interconexión de ISPs con BGP, OSPF y EIGRP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Diseño e implementación de una infraestructura nacional de telecomunicaciones.</a:t>
            </a:r>
          </a:p>
          <a:p>
            <a:pPr/>
            <a:r>
              <a:t>Interconexión de 3 ISP mediante BGP usando la red 192.168.93.0/16.</a:t>
            </a:r>
          </a:p>
          <a:p>
            <a:pPr/>
            <a:r>
              <a:t>Implementación de OSPF en Telecom Uno y Redes Nacionales.</a:t>
            </a:r>
          </a:p>
          <a:p>
            <a:pPr/>
            <a:r>
              <a:t>Implementación de EIGRP en Conexiones Futuras.</a:t>
            </a:r>
          </a:p>
          <a:p>
            <a:pPr/>
            <a:r>
              <a:t>Servicios centralizados: DNS, HTTP y DHCP.</a:t>
            </a:r>
          </a:p>
          <a:p>
            <a:pPr/>
            <a:r>
              <a:t>Topología orientada a escalabilidad, redundancia y alta disponibilidad.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Garantizar conectividad nacional entre los proveedores ISP.</a:t>
            </a:r>
          </a:p>
          <a:p>
            <a:pPr/>
            <a:r>
              <a:t>Implementar segmentación y subneteo eficiente.</a:t>
            </a:r>
          </a:p>
          <a:p>
            <a:pPr/>
            <a:r>
              <a:t>Asegurar disponibilidad mediante HSRP y enlaces LACP.</a:t>
            </a:r>
          </a:p>
          <a:p>
            <a:pPr/>
            <a:r>
              <a:t>Centralizar servicios críticos de red.</a:t>
            </a:r>
          </a:p>
          <a:p>
            <a:pPr/>
            <a:r>
              <a:t>Ofrecer una arquitectura escalable y económicamente viable.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Topología General del Proyecto</a:t>
            </a:r>
          </a:p>
        </p:txBody>
      </p:sp>
      <p:pic>
        <p:nvPicPr>
          <p:cNvPr id="3" name="Picture 2" descr="WhatsApp Image 2026-04-30 at 9.51.11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394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Ejemplo de la topología implementada en Cisco Packet Tracer.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Backbone Nacional - BGP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AS100: Telecom Uno.</a:t>
            </a:r>
          </a:p>
          <a:p>
            <a:pPr/>
            <a:r>
              <a:t>AS200: Redes Nacionales.</a:t>
            </a:r>
          </a:p>
          <a:p>
            <a:pPr/>
            <a:r>
              <a:t>AS300: Conexiones Futuras.</a:t>
            </a:r>
          </a:p>
          <a:p>
            <a:pPr/>
            <a:r>
              <a:t>Interconexión mediante fibra óptica.</a:t>
            </a:r>
          </a:p>
          <a:p>
            <a:pPr/>
            <a:r>
              <a:t>Redistribución de rutas entre protocolos internos y BGP.</a:t>
            </a:r>
          </a:p>
          <a:p>
            <a:pPr/>
            <a:r>
              <a:t>Red de backbone: 192.168.93.0/16.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ISP 1 - Telecom Uno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Topología en árbol.</a:t>
            </a:r>
          </a:p>
          <a:p>
            <a:pPr/>
            <a:r>
              <a:t>Protocolo interno: OSPF área 0.</a:t>
            </a:r>
          </a:p>
          <a:p>
            <a:pPr/>
            <a:r>
              <a:t>5 routers y múltiples VLANs para Administración y Atención al Cliente.</a:t>
            </a:r>
          </a:p>
          <a:p>
            <a:pPr/>
            <a:r>
              <a:t>2 enlaces LACP para agregación y redundancia.</a:t>
            </a:r>
          </a:p>
          <a:p>
            <a:pPr/>
            <a:r>
              <a:t>Servicios DNS y HTTP para toda la infraestructura.</a:t>
            </a:r>
          </a:p>
          <a:p>
            <a:pPr/>
            <a:r>
              <a:t>Subneteo basado en 172.16.13.0/24.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ISP 2 - Redes Nacionales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Modelo jerárquico con capas Core, Distribución y Acceso.</a:t>
            </a:r>
          </a:p>
          <a:p>
            <a:pPr/>
            <a:r>
              <a:t>Protocolo interno: OSPF.</a:t>
            </a:r>
          </a:p>
          <a:p>
            <a:pPr/>
            <a:r>
              <a:t>Implementación de HSRP para redundancia de capa 3.</a:t>
            </a:r>
          </a:p>
          <a:p>
            <a:pPr/>
            <a:r>
              <a:t>VLAN 20: Ventas | VLAN 21: Facturación.</a:t>
            </a:r>
          </a:p>
          <a:p>
            <a:pPr/>
            <a:r>
              <a:t>Servicio DHCP centralizado para toda la topología.</a:t>
            </a:r>
          </a:p>
          <a:p>
            <a:pPr/>
            <a:r>
              <a:t>Enlaces LACP y Rapid-PVST para alta disponibilidad.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ISP 3 - Conexiones Futuras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Topología Hub and Spoke.</a:t>
            </a:r>
          </a:p>
          <a:p>
            <a:pPr/>
            <a:r>
              <a:t>Protocolo interno: EIGRP.</a:t>
            </a:r>
          </a:p>
          <a:p>
            <a:pPr/>
            <a:r>
              <a:t>Departamentos: Soporte y Seguridad.</a:t>
            </a:r>
          </a:p>
          <a:p>
            <a:pPr/>
            <a:r>
              <a:t>Implementación de router inalámbrico con servicio WiFi.</a:t>
            </a:r>
          </a:p>
          <a:p>
            <a:pPr/>
            <a:r>
              <a:t>Segmentación usando la red 172.16.33.0/24.</a:t>
            </a:r>
          </a:p>
          <a:p>
            <a:pPr/>
            <a:r>
              <a:t>Integración con BGP mediante AS300.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Servicios Implementados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Servidor DNS con dominio: www.proyecto2_201114493.com.</a:t>
            </a:r>
          </a:p>
          <a:p>
            <a:pPr/>
            <a:r>
              <a:t>Servidor HTTP con página institucional.</a:t>
            </a:r>
          </a:p>
          <a:p>
            <a:pPr/>
            <a:r>
              <a:t>Asignación dinámica de IP mediante DHCP.</a:t>
            </a:r>
          </a:p>
          <a:p>
            <a:pPr/>
            <a:r>
              <a:t>Resolución de nombres para todos los hosts.</a:t>
            </a:r>
          </a:p>
          <a:p>
            <a:pPr/>
            <a:r>
              <a:t>Comunicación controlada entre departamentos.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Seguridad y Redundancia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Control de tráfico entre departamentos.</a:t>
            </a:r>
          </a:p>
          <a:p>
            <a:pPr/>
            <a:r>
              <a:t>Redundancia de gateways mediante HSRP.</a:t>
            </a:r>
          </a:p>
          <a:p>
            <a:pPr/>
            <a:r>
              <a:t>Agregación de enlaces usando LACP.</a:t>
            </a:r>
          </a:p>
          <a:p>
            <a:pPr/>
            <a:r>
              <a:t>Segmentación lógica mediante VLANs.</a:t>
            </a:r>
          </a:p>
          <a:p>
            <a:pPr/>
            <a:r>
              <a:t>Uso de protocolos dinámicos de enrutamiento.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Tecnologías Utilizadas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Cisco Packet Tracer.</a:t>
            </a:r>
          </a:p>
          <a:p>
            <a:pPr/>
            <a:r>
              <a:t>BGP, OSPF y EIGRP.</a:t>
            </a:r>
          </a:p>
          <a:p>
            <a:pPr/>
            <a:r>
              <a:t>HSRP y LACP.</a:t>
            </a:r>
          </a:p>
          <a:p>
            <a:pPr/>
            <a:r>
              <a:t>DHCP, DNS y HTTP.</a:t>
            </a:r>
          </a:p>
          <a:p>
            <a:pPr/>
            <a:r>
              <a:t>Rapid Spanning Tree Protocol (Rapid-PVST).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de 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Escalabilidad para crecimiento futuro del país.</a:t>
            </a:r>
          </a:p>
          <a:p>
            <a:pPr/>
            <a:r>
              <a:t>Alta disponibilidad y tolerancia a fallos.</a:t>
            </a:r>
          </a:p>
          <a:p>
            <a:pPr/>
            <a:r>
              <a:t>Administración centralizada de servicios.</a:t>
            </a:r>
          </a:p>
          <a:p>
            <a:pPr/>
            <a:r>
              <a:t>Optimización del tráfico de red.</a:t>
            </a:r>
          </a:p>
          <a:p>
            <a:pPr/>
            <a:r>
              <a:t>Arquitectura moderna y eficiente.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 solución cumple los requerimientos del proyecto.</a:t>
            </a:r>
          </a:p>
          <a:p>
            <a:pPr/>
            <a:r>
              <a:t>Se garantiza conectividad segura entre ISPs.</a:t>
            </a:r>
          </a:p>
          <a:p>
            <a:pPr/>
            <a:r>
              <a:t>La arquitectura permite crecimiento y expansión.</a:t>
            </a:r>
          </a:p>
          <a:p>
            <a:pPr/>
            <a:r>
              <a:t>La implementación mejora la disponibilidad de los servicios nacionales.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